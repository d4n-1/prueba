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A7F58-02B2-86C7-FB17-ADAE1F0F0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E8E0D3-242E-A8FC-4731-18DC702B6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0EADD4-D1AC-BDEF-C94A-D1AF231B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2FC633-AF1A-4B84-D3B0-C08BD509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E19A2A-F25F-B3AA-2578-FC0107D9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67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60D53-C979-EAA6-5A6B-F9E53F32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A444DF-A772-522A-4CE2-68D9838F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CE1698-20C2-0885-9F44-A83514D7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91B753-EF5D-3540-44B6-62E9621C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7BE628-70ED-C5A8-FEC8-0DAA2483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764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22E7B-202A-316B-BE4D-6F9C24C98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AC5EA8-35EA-05A4-10EB-9B56CBE30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59B727-BE2B-63D7-9638-722CB1C1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2CD1AF-B340-ABDE-5A60-363CB468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A63C2C-9920-5C17-B718-44227A55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21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277AA-B532-12CF-495C-544676C3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C42B1-00F8-D696-FDC0-73FFC4BC1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0F3BDF-414B-0719-0DCD-3FF80C7DB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8E9171-B3FD-DB91-8AE2-FAF8E931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7D4ADE-A456-4467-D200-AAA325AC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5BD828-EF39-20BF-FACE-B660E551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539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ED9D4-8AAE-8824-F43B-83F15D64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66E424-9081-7660-EB0D-4D58D21D8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F155EF-B964-40FE-3B83-46E95BB5F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2E3363-38BB-86AB-4309-894CABDF3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159E9C-6F59-157F-1FA6-709EDF5DB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68E49B-38F2-5515-CEFA-96816419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D3C014-76E5-465E-CDA7-316F05B6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AAD155-D864-4C5A-8018-4D211C0D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969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61C5-94AA-2796-ECFC-7EED579D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0E8464-5528-0A62-46A6-B1F5B3896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9A4BB6-4930-6C11-B9A4-391BAD22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286CCD-B819-6C63-CF65-B8D467E5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505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547221-7EE7-3C4F-5D8C-3760A72B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AA5DB1-58EC-67B4-D6D4-49236FF4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4BE1CB-D61E-D802-EE74-EDD82E48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566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21346-6DB5-BCA2-DC4A-ABAEFA2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32F784-86E8-C39D-A74F-C61DBEF9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8D743A-CE70-FA73-5164-4BDE044A7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51524-56D8-6E8A-903F-26C3ECE7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F59BB8-5EC0-CE24-3C8D-63D068A0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C476A5-B94F-DBC9-C8E2-A1B7F749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116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960A9-936E-6295-96CF-F12F8AF7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81F2BD-EFAA-3C15-C618-D4DD2D640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7975AB-8EA6-4AA7-60EA-C1BEB6088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0B6F2-2793-7880-25BD-90932233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9D9F37-21D7-C267-A19C-BF8FA164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B37FD8-CFD7-D937-0590-1AD49B63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505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ACA3D-97A0-A6A6-E6F9-C07D2322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9C749F-E065-8AEE-2024-DDBBD76A6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5860A-5591-65E0-7F4F-3AD88F8D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88D9E-8186-D2A9-90DA-2D855986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D0C2BA-E68F-A8EA-8B3F-E65E3AD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419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09CCFD-C639-788D-31FC-890E657CE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68DB61-4A14-FD9B-07E7-97ACCEE2F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CAB023-AD88-34FF-D837-8F4E2889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3C121C-C30A-8141-1272-FCC74661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BE36F-127F-5BBD-8690-9B920173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28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C64C8B-D760-7C89-EA1A-5C9685663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8E7BD8-1065-CC59-8C44-BB71AEE35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21929-4245-6356-B329-2CDC90C6E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31CF7-2569-45A1-AAE5-1129E81C9D01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B3EBCB-A1AC-7CCC-102F-802B3236B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A7FDC-B2C1-7B7C-290B-A9407EDDF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3A53B-1814-4D0C-8A5E-C4AAF29A0D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93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1B3AFF1-F7D3-6B78-3660-555C2A0B6B55}"/>
              </a:ext>
            </a:extLst>
          </p:cNvPr>
          <p:cNvSpPr/>
          <p:nvPr/>
        </p:nvSpPr>
        <p:spPr>
          <a:xfrm>
            <a:off x="2108200" y="1524000"/>
            <a:ext cx="800100" cy="523220"/>
          </a:xfrm>
          <a:prstGeom prst="rect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7E0774-5F11-68D5-E150-0541056C2E9C}"/>
              </a:ext>
            </a:extLst>
          </p:cNvPr>
          <p:cNvSpPr txBox="1"/>
          <p:nvPr/>
        </p:nvSpPr>
        <p:spPr>
          <a:xfrm>
            <a:off x="2108200" y="1524000"/>
            <a:ext cx="733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/>
              <a:t>&lt;</a:t>
            </a:r>
            <a:r>
              <a:rPr lang="es-CO" sz="2800" b="1" dirty="0" err="1"/>
              <a:t>div</a:t>
            </a:r>
            <a:r>
              <a:rPr lang="es-CO" sz="2800" b="1" dirty="0"/>
              <a:t> rol=123, clase=</a:t>
            </a:r>
            <a:r>
              <a:rPr lang="es-CO" sz="2800" b="1" dirty="0" err="1"/>
              <a:t>abc</a:t>
            </a:r>
            <a:r>
              <a:rPr lang="es-CO" sz="2800" b="1" dirty="0"/>
              <a:t>&gt; Hola mundo &lt;/</a:t>
            </a:r>
            <a:r>
              <a:rPr lang="es-CO" sz="2800" b="1" dirty="0" err="1"/>
              <a:t>div</a:t>
            </a:r>
            <a:r>
              <a:rPr lang="es-CO" sz="2800" b="1" dirty="0"/>
              <a:t>&gt;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03F5CF-25DC-A69E-C5A3-AE03F5AD8B87}"/>
              </a:ext>
            </a:extLst>
          </p:cNvPr>
          <p:cNvSpPr/>
          <p:nvPr/>
        </p:nvSpPr>
        <p:spPr>
          <a:xfrm>
            <a:off x="5994400" y="1524000"/>
            <a:ext cx="206312" cy="523220"/>
          </a:xfrm>
          <a:prstGeom prst="rect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FE0CC1-089D-8485-D285-33E03FD7136E}"/>
              </a:ext>
            </a:extLst>
          </p:cNvPr>
          <p:cNvSpPr/>
          <p:nvPr/>
        </p:nvSpPr>
        <p:spPr>
          <a:xfrm>
            <a:off x="8245412" y="1524000"/>
            <a:ext cx="1196912" cy="523220"/>
          </a:xfrm>
          <a:prstGeom prst="rect">
            <a:avLst/>
          </a:prstGeom>
          <a:solidFill>
            <a:srgbClr val="FF00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E8AA2C-F271-2FCD-153F-2AA108CF0DAE}"/>
              </a:ext>
            </a:extLst>
          </p:cNvPr>
          <p:cNvSpPr txBox="1"/>
          <p:nvPr/>
        </p:nvSpPr>
        <p:spPr>
          <a:xfrm>
            <a:off x="5482907" y="2692400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/>
              <a:t>&lt;</a:t>
            </a:r>
            <a:r>
              <a:rPr lang="es-CO" sz="2800" b="1" dirty="0" err="1"/>
              <a:t>img</a:t>
            </a:r>
            <a:r>
              <a:rPr lang="es-CO" sz="2800" b="1" dirty="0"/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4165D62-B883-C7BB-5F6D-C5C1E9C4F6F5}"/>
              </a:ext>
            </a:extLst>
          </p:cNvPr>
          <p:cNvSpPr/>
          <p:nvPr/>
        </p:nvSpPr>
        <p:spPr>
          <a:xfrm>
            <a:off x="5482907" y="2692400"/>
            <a:ext cx="1168910" cy="523220"/>
          </a:xfrm>
          <a:prstGeom prst="rect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ADE1AD-6845-535C-DED5-3AC667137F80}"/>
              </a:ext>
            </a:extLst>
          </p:cNvPr>
          <p:cNvSpPr/>
          <p:nvPr/>
        </p:nvSpPr>
        <p:spPr>
          <a:xfrm>
            <a:off x="6200712" y="1524000"/>
            <a:ext cx="2044700" cy="523220"/>
          </a:xfrm>
          <a:prstGeom prst="rect">
            <a:avLst/>
          </a:prstGeom>
          <a:solidFill>
            <a:srgbClr val="92D05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C9F85B-3D72-454C-B17C-656578790679}"/>
              </a:ext>
            </a:extLst>
          </p:cNvPr>
          <p:cNvSpPr/>
          <p:nvPr/>
        </p:nvSpPr>
        <p:spPr>
          <a:xfrm>
            <a:off x="2922300" y="1526520"/>
            <a:ext cx="1196911" cy="523220"/>
          </a:xfrm>
          <a:prstGeom prst="rect">
            <a:avLst/>
          </a:prstGeom>
          <a:solidFill>
            <a:srgbClr val="FFC0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522A38-9BC7-0AA5-1237-021509685200}"/>
              </a:ext>
            </a:extLst>
          </p:cNvPr>
          <p:cNvSpPr txBox="1"/>
          <p:nvPr/>
        </p:nvSpPr>
        <p:spPr>
          <a:xfrm>
            <a:off x="5398499" y="3599190"/>
            <a:ext cx="1191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 err="1"/>
              <a:t>div.rol</a:t>
            </a:r>
            <a:endParaRPr lang="es-CO" sz="28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BB082D-9840-0391-974E-C6EF30B615C6}"/>
              </a:ext>
            </a:extLst>
          </p:cNvPr>
          <p:cNvSpPr txBox="1"/>
          <p:nvPr/>
        </p:nvSpPr>
        <p:spPr>
          <a:xfrm>
            <a:off x="5178150" y="4287561"/>
            <a:ext cx="163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 err="1"/>
              <a:t>div.clase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48582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922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 A</dc:creator>
  <cp:lastModifiedBy>Danii A</cp:lastModifiedBy>
  <cp:revision>1</cp:revision>
  <dcterms:created xsi:type="dcterms:W3CDTF">2026-02-13T03:32:33Z</dcterms:created>
  <dcterms:modified xsi:type="dcterms:W3CDTF">2026-02-13T03:33:01Z</dcterms:modified>
</cp:coreProperties>
</file>